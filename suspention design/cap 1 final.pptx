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3" r:id="rId7"/>
    <p:sldId id="267" r:id="rId8"/>
    <p:sldId id="262" r:id="rId9"/>
    <p:sldId id="266" r:id="rId10"/>
    <p:sldId id="265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737FA3-87CA-4367-B7AE-39A2243B30E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59C8A3-9A8F-48A4-95F2-880489B035CC}">
      <dgm:prSet/>
      <dgm:spPr/>
      <dgm:t>
        <a:bodyPr/>
        <a:lstStyle/>
        <a:p>
          <a:r>
            <a:rPr lang="hu-HU" b="1"/>
            <a:t>Prepare the Base Frame</a:t>
          </a:r>
          <a:endParaRPr lang="en-US"/>
        </a:p>
      </dgm:t>
    </dgm:pt>
    <dgm:pt modelId="{7FE583FA-D349-424B-B13F-638AFB1779FE}" type="parTrans" cxnId="{3C7EEFE4-1429-4BF2-97FA-55F28A0322E4}">
      <dgm:prSet/>
      <dgm:spPr/>
      <dgm:t>
        <a:bodyPr/>
        <a:lstStyle/>
        <a:p>
          <a:endParaRPr lang="en-US"/>
        </a:p>
      </dgm:t>
    </dgm:pt>
    <dgm:pt modelId="{40A718A2-35C7-4954-A81A-0860A9BD726D}" type="sibTrans" cxnId="{3C7EEFE4-1429-4BF2-97FA-55F28A0322E4}">
      <dgm:prSet/>
      <dgm:spPr/>
      <dgm:t>
        <a:bodyPr/>
        <a:lstStyle/>
        <a:p>
          <a:endParaRPr lang="en-US"/>
        </a:p>
      </dgm:t>
    </dgm:pt>
    <dgm:pt modelId="{AC3361BC-CED0-421B-857B-81FBDB738ABE}">
      <dgm:prSet/>
      <dgm:spPr/>
      <dgm:t>
        <a:bodyPr/>
        <a:lstStyle/>
        <a:p>
          <a:r>
            <a:rPr lang="hu-HU" b="1"/>
            <a:t>Assemble the Rocker-Bogie Arms</a:t>
          </a:r>
          <a:endParaRPr lang="en-US"/>
        </a:p>
      </dgm:t>
    </dgm:pt>
    <dgm:pt modelId="{A9E00036-F7EA-4676-A5A8-A7B9F332AF73}" type="parTrans" cxnId="{71425358-22B5-4199-B87C-72581DF5FC49}">
      <dgm:prSet/>
      <dgm:spPr/>
      <dgm:t>
        <a:bodyPr/>
        <a:lstStyle/>
        <a:p>
          <a:endParaRPr lang="en-US"/>
        </a:p>
      </dgm:t>
    </dgm:pt>
    <dgm:pt modelId="{6DB56BB2-3B76-4E1A-B218-3CB370BBC8D5}" type="sibTrans" cxnId="{71425358-22B5-4199-B87C-72581DF5FC49}">
      <dgm:prSet/>
      <dgm:spPr/>
      <dgm:t>
        <a:bodyPr/>
        <a:lstStyle/>
        <a:p>
          <a:endParaRPr lang="en-US"/>
        </a:p>
      </dgm:t>
    </dgm:pt>
    <dgm:pt modelId="{3F5641D8-E99A-454A-9452-AFA7AA2C25F0}">
      <dgm:prSet/>
      <dgm:spPr/>
      <dgm:t>
        <a:bodyPr/>
        <a:lstStyle/>
        <a:p>
          <a:r>
            <a:rPr lang="hu-HU"/>
            <a:t>Attach the rocker arms (blue rocker arms) to the chassis</a:t>
          </a:r>
          <a:endParaRPr lang="en-US"/>
        </a:p>
      </dgm:t>
    </dgm:pt>
    <dgm:pt modelId="{723A81B9-2B68-4468-A183-E757A829CFC3}" type="parTrans" cxnId="{F568640D-0764-44C1-912D-D72A6460951C}">
      <dgm:prSet/>
      <dgm:spPr/>
      <dgm:t>
        <a:bodyPr/>
        <a:lstStyle/>
        <a:p>
          <a:endParaRPr lang="en-US"/>
        </a:p>
      </dgm:t>
    </dgm:pt>
    <dgm:pt modelId="{EDCBE9C0-3045-4AE5-B8C7-D4D9D8F527F2}" type="sibTrans" cxnId="{F568640D-0764-44C1-912D-D72A6460951C}">
      <dgm:prSet/>
      <dgm:spPr/>
      <dgm:t>
        <a:bodyPr/>
        <a:lstStyle/>
        <a:p>
          <a:endParaRPr lang="en-US"/>
        </a:p>
      </dgm:t>
    </dgm:pt>
    <dgm:pt modelId="{435E57F8-A5E6-4B0C-A6C7-A1A2D555C669}">
      <dgm:prSet/>
      <dgm:spPr/>
      <dgm:t>
        <a:bodyPr/>
        <a:lstStyle/>
        <a:p>
          <a:r>
            <a:rPr lang="hu-HU"/>
            <a:t>Secure thecbogie arms (smaller black arms) to the main rocker arms</a:t>
          </a:r>
          <a:endParaRPr lang="en-US"/>
        </a:p>
      </dgm:t>
    </dgm:pt>
    <dgm:pt modelId="{610F91F0-8E80-43BC-9D86-6A31F36684CA}" type="parTrans" cxnId="{993B5322-FAB4-46FA-B9E7-81C381D22F87}">
      <dgm:prSet/>
      <dgm:spPr/>
      <dgm:t>
        <a:bodyPr/>
        <a:lstStyle/>
        <a:p>
          <a:endParaRPr lang="en-US"/>
        </a:p>
      </dgm:t>
    </dgm:pt>
    <dgm:pt modelId="{0B3ED6C5-5E72-43AF-9BF1-0EE9FD30294E}" type="sibTrans" cxnId="{993B5322-FAB4-46FA-B9E7-81C381D22F87}">
      <dgm:prSet/>
      <dgm:spPr/>
      <dgm:t>
        <a:bodyPr/>
        <a:lstStyle/>
        <a:p>
          <a:endParaRPr lang="en-US"/>
        </a:p>
      </dgm:t>
    </dgm:pt>
    <dgm:pt modelId="{8964B2EE-3C2E-48AD-9CAA-8FCCA235E913}">
      <dgm:prSet/>
      <dgm:spPr/>
      <dgm:t>
        <a:bodyPr/>
        <a:lstStyle/>
        <a:p>
          <a:r>
            <a:rPr lang="hu-HU" b="1"/>
            <a:t>Attach the Wheels</a:t>
          </a:r>
          <a:endParaRPr lang="en-US"/>
        </a:p>
      </dgm:t>
    </dgm:pt>
    <dgm:pt modelId="{522FF04F-5E38-468D-B4D5-8A024475D754}" type="parTrans" cxnId="{069B4D00-E7E8-450D-85F7-75245C7F5559}">
      <dgm:prSet/>
      <dgm:spPr/>
      <dgm:t>
        <a:bodyPr/>
        <a:lstStyle/>
        <a:p>
          <a:endParaRPr lang="en-US"/>
        </a:p>
      </dgm:t>
    </dgm:pt>
    <dgm:pt modelId="{FDBCDA7F-98BC-46A9-9656-6D17FA2BA6EF}" type="sibTrans" cxnId="{069B4D00-E7E8-450D-85F7-75245C7F5559}">
      <dgm:prSet/>
      <dgm:spPr/>
      <dgm:t>
        <a:bodyPr/>
        <a:lstStyle/>
        <a:p>
          <a:endParaRPr lang="en-US"/>
        </a:p>
      </dgm:t>
    </dgm:pt>
    <dgm:pt modelId="{A520AB74-7B1C-4D0C-AC89-80BA7A62AA5E}">
      <dgm:prSet/>
      <dgm:spPr/>
      <dgm:t>
        <a:bodyPr/>
        <a:lstStyle/>
        <a:p>
          <a:r>
            <a:rPr lang="hu-HU"/>
            <a:t>Attach the wheels to the rocker-bogie arms on both sides. Ensure the wheels are tightly secured and rotate freely.</a:t>
          </a:r>
          <a:endParaRPr lang="en-US"/>
        </a:p>
      </dgm:t>
    </dgm:pt>
    <dgm:pt modelId="{D080CBEE-7A04-467F-9F12-0186A4B5BF86}" type="parTrans" cxnId="{2B67AF24-7C26-4F32-9091-B99EC74668F0}">
      <dgm:prSet/>
      <dgm:spPr/>
      <dgm:t>
        <a:bodyPr/>
        <a:lstStyle/>
        <a:p>
          <a:endParaRPr lang="en-US"/>
        </a:p>
      </dgm:t>
    </dgm:pt>
    <dgm:pt modelId="{AFA180B8-CBAC-4315-8EAA-662B402F0BC6}" type="sibTrans" cxnId="{2B67AF24-7C26-4F32-9091-B99EC74668F0}">
      <dgm:prSet/>
      <dgm:spPr/>
      <dgm:t>
        <a:bodyPr/>
        <a:lstStyle/>
        <a:p>
          <a:endParaRPr lang="en-US"/>
        </a:p>
      </dgm:t>
    </dgm:pt>
    <dgm:pt modelId="{3E1E75D9-E954-46D4-8513-387213C7EF8A}">
      <dgm:prSet/>
      <dgm:spPr/>
      <dgm:t>
        <a:bodyPr/>
        <a:lstStyle/>
        <a:p>
          <a:r>
            <a:rPr lang="hu-HU" b="1"/>
            <a:t>Install the Support Brackets</a:t>
          </a:r>
          <a:endParaRPr lang="en-US"/>
        </a:p>
      </dgm:t>
    </dgm:pt>
    <dgm:pt modelId="{BC97C398-1BFC-458A-BB92-42FAAFB6269C}" type="parTrans" cxnId="{47255B49-5350-48CB-B1BC-25118F59F610}">
      <dgm:prSet/>
      <dgm:spPr/>
      <dgm:t>
        <a:bodyPr/>
        <a:lstStyle/>
        <a:p>
          <a:endParaRPr lang="en-US"/>
        </a:p>
      </dgm:t>
    </dgm:pt>
    <dgm:pt modelId="{018FDF46-CB8A-4D66-B99A-938CEB882E8A}" type="sibTrans" cxnId="{47255B49-5350-48CB-B1BC-25118F59F610}">
      <dgm:prSet/>
      <dgm:spPr/>
      <dgm:t>
        <a:bodyPr/>
        <a:lstStyle/>
        <a:p>
          <a:endParaRPr lang="en-US"/>
        </a:p>
      </dgm:t>
    </dgm:pt>
    <dgm:pt modelId="{F26BFDED-CADD-4C8B-9DD4-6246AAFB29F5}">
      <dgm:prSet/>
      <dgm:spPr/>
      <dgm:t>
        <a:bodyPr/>
        <a:lstStyle/>
        <a:p>
          <a:r>
            <a:rPr lang="hu-HU"/>
            <a:t>Attach the black support brackets on the top of the chassis using screws or bolts.</a:t>
          </a:r>
          <a:endParaRPr lang="en-US"/>
        </a:p>
      </dgm:t>
    </dgm:pt>
    <dgm:pt modelId="{11D25F0D-4CBF-46BC-B5B6-39D8FFDF7D63}" type="parTrans" cxnId="{8EFD9108-B983-4F31-8FD5-534309443858}">
      <dgm:prSet/>
      <dgm:spPr/>
      <dgm:t>
        <a:bodyPr/>
        <a:lstStyle/>
        <a:p>
          <a:endParaRPr lang="en-US"/>
        </a:p>
      </dgm:t>
    </dgm:pt>
    <dgm:pt modelId="{605A8D53-971D-4883-A022-5C6C913934BC}" type="sibTrans" cxnId="{8EFD9108-B983-4F31-8FD5-534309443858}">
      <dgm:prSet/>
      <dgm:spPr/>
      <dgm:t>
        <a:bodyPr/>
        <a:lstStyle/>
        <a:p>
          <a:endParaRPr lang="en-US"/>
        </a:p>
      </dgm:t>
    </dgm:pt>
    <dgm:pt modelId="{96971825-8107-4DDF-8FD8-CF5C96294D5C}">
      <dgm:prSet/>
      <dgm:spPr/>
      <dgm:t>
        <a:bodyPr/>
        <a:lstStyle/>
        <a:p>
          <a:r>
            <a:rPr lang="hu-HU"/>
            <a:t>These brackets may be used for stability or to hold additional components.</a:t>
          </a:r>
          <a:endParaRPr lang="en-US"/>
        </a:p>
      </dgm:t>
    </dgm:pt>
    <dgm:pt modelId="{CBF2F3B0-BEBA-40C3-8C20-348422B806EC}" type="parTrans" cxnId="{10AC2F03-97C0-448A-9423-42F9F612DAC3}">
      <dgm:prSet/>
      <dgm:spPr/>
      <dgm:t>
        <a:bodyPr/>
        <a:lstStyle/>
        <a:p>
          <a:endParaRPr lang="en-US"/>
        </a:p>
      </dgm:t>
    </dgm:pt>
    <dgm:pt modelId="{D0CCCF5D-B572-43A5-BF04-62DC38A74C47}" type="sibTrans" cxnId="{10AC2F03-97C0-448A-9423-42F9F612DAC3}">
      <dgm:prSet/>
      <dgm:spPr/>
      <dgm:t>
        <a:bodyPr/>
        <a:lstStyle/>
        <a:p>
          <a:endParaRPr lang="en-US"/>
        </a:p>
      </dgm:t>
    </dgm:pt>
    <dgm:pt modelId="{0289B6CA-7044-4497-A78A-13629982970E}">
      <dgm:prSet/>
      <dgm:spPr/>
      <dgm:t>
        <a:bodyPr/>
        <a:lstStyle/>
        <a:p>
          <a:r>
            <a:rPr lang="hu-HU" b="1"/>
            <a:t>Final Tightening and Testing</a:t>
          </a:r>
          <a:endParaRPr lang="en-US"/>
        </a:p>
      </dgm:t>
    </dgm:pt>
    <dgm:pt modelId="{1F049764-6B68-4038-B274-0D846F9410D3}" type="parTrans" cxnId="{B68AD111-58D3-421C-8039-9E5984700D56}">
      <dgm:prSet/>
      <dgm:spPr/>
      <dgm:t>
        <a:bodyPr/>
        <a:lstStyle/>
        <a:p>
          <a:endParaRPr lang="en-US"/>
        </a:p>
      </dgm:t>
    </dgm:pt>
    <dgm:pt modelId="{DAF5412F-A2CF-413F-BE93-CC95410D2DCB}" type="sibTrans" cxnId="{B68AD111-58D3-421C-8039-9E5984700D56}">
      <dgm:prSet/>
      <dgm:spPr/>
      <dgm:t>
        <a:bodyPr/>
        <a:lstStyle/>
        <a:p>
          <a:endParaRPr lang="en-US"/>
        </a:p>
      </dgm:t>
    </dgm:pt>
    <dgm:pt modelId="{B5794FA6-6FF8-4704-9264-5A9D6412A5C2}" type="pres">
      <dgm:prSet presAssocID="{79737FA3-87CA-4367-B7AE-39A2243B30EC}" presName="linear" presStyleCnt="0">
        <dgm:presLayoutVars>
          <dgm:animLvl val="lvl"/>
          <dgm:resizeHandles val="exact"/>
        </dgm:presLayoutVars>
      </dgm:prSet>
      <dgm:spPr/>
    </dgm:pt>
    <dgm:pt modelId="{04F73D14-639D-4D15-9470-6DED75C106C3}" type="pres">
      <dgm:prSet presAssocID="{2B59C8A3-9A8F-48A4-95F2-880489B035C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2BCA5D6-FB90-4330-9E54-2E9554A13564}" type="pres">
      <dgm:prSet presAssocID="{40A718A2-35C7-4954-A81A-0860A9BD726D}" presName="spacer" presStyleCnt="0"/>
      <dgm:spPr/>
    </dgm:pt>
    <dgm:pt modelId="{26647A09-DD15-42B3-8C38-05D49E34D162}" type="pres">
      <dgm:prSet presAssocID="{AC3361BC-CED0-421B-857B-81FBDB738AB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2B3C690-C1A7-4F8F-AEFC-A3AAEF9B5701}" type="pres">
      <dgm:prSet presAssocID="{AC3361BC-CED0-421B-857B-81FBDB738ABE}" presName="childText" presStyleLbl="revTx" presStyleIdx="0" presStyleCnt="3">
        <dgm:presLayoutVars>
          <dgm:bulletEnabled val="1"/>
        </dgm:presLayoutVars>
      </dgm:prSet>
      <dgm:spPr/>
    </dgm:pt>
    <dgm:pt modelId="{65B4DC84-B494-439E-995D-4CE8C3E7E246}" type="pres">
      <dgm:prSet presAssocID="{8964B2EE-3C2E-48AD-9CAA-8FCCA235E91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B3BC489-B53A-4591-94E2-11E0A50D64BF}" type="pres">
      <dgm:prSet presAssocID="{8964B2EE-3C2E-48AD-9CAA-8FCCA235E913}" presName="childText" presStyleLbl="revTx" presStyleIdx="1" presStyleCnt="3">
        <dgm:presLayoutVars>
          <dgm:bulletEnabled val="1"/>
        </dgm:presLayoutVars>
      </dgm:prSet>
      <dgm:spPr/>
    </dgm:pt>
    <dgm:pt modelId="{597C37E1-7F51-4BEC-9E99-A7A072D8FAD6}" type="pres">
      <dgm:prSet presAssocID="{3E1E75D9-E954-46D4-8513-387213C7EF8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49E9A2F-DCDF-44DD-BF62-1C31C7FB1ECA}" type="pres">
      <dgm:prSet presAssocID="{3E1E75D9-E954-46D4-8513-387213C7EF8A}" presName="childText" presStyleLbl="revTx" presStyleIdx="2" presStyleCnt="3">
        <dgm:presLayoutVars>
          <dgm:bulletEnabled val="1"/>
        </dgm:presLayoutVars>
      </dgm:prSet>
      <dgm:spPr/>
    </dgm:pt>
    <dgm:pt modelId="{40EA3A7F-4C22-4C84-9A47-8FFFE4A1FA8C}" type="pres">
      <dgm:prSet presAssocID="{0289B6CA-7044-4497-A78A-13629982970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69B4D00-E7E8-450D-85F7-75245C7F5559}" srcId="{79737FA3-87CA-4367-B7AE-39A2243B30EC}" destId="{8964B2EE-3C2E-48AD-9CAA-8FCCA235E913}" srcOrd="2" destOrd="0" parTransId="{522FF04F-5E38-468D-B4D5-8A024475D754}" sibTransId="{FDBCDA7F-98BC-46A9-9656-6D17FA2BA6EF}"/>
    <dgm:cxn modelId="{10AC2F03-97C0-448A-9423-42F9F612DAC3}" srcId="{3E1E75D9-E954-46D4-8513-387213C7EF8A}" destId="{96971825-8107-4DDF-8FD8-CF5C96294D5C}" srcOrd="1" destOrd="0" parTransId="{CBF2F3B0-BEBA-40C3-8C20-348422B806EC}" sibTransId="{D0CCCF5D-B572-43A5-BF04-62DC38A74C47}"/>
    <dgm:cxn modelId="{8EFD9108-B983-4F31-8FD5-534309443858}" srcId="{3E1E75D9-E954-46D4-8513-387213C7EF8A}" destId="{F26BFDED-CADD-4C8B-9DD4-6246AAFB29F5}" srcOrd="0" destOrd="0" parTransId="{11D25F0D-4CBF-46BC-B5B6-39D8FFDF7D63}" sibTransId="{605A8D53-971D-4883-A022-5C6C913934BC}"/>
    <dgm:cxn modelId="{F568640D-0764-44C1-912D-D72A6460951C}" srcId="{AC3361BC-CED0-421B-857B-81FBDB738ABE}" destId="{3F5641D8-E99A-454A-9452-AFA7AA2C25F0}" srcOrd="0" destOrd="0" parTransId="{723A81B9-2B68-4468-A183-E757A829CFC3}" sibTransId="{EDCBE9C0-3045-4AE5-B8C7-D4D9D8F527F2}"/>
    <dgm:cxn modelId="{B68AD111-58D3-421C-8039-9E5984700D56}" srcId="{79737FA3-87CA-4367-B7AE-39A2243B30EC}" destId="{0289B6CA-7044-4497-A78A-13629982970E}" srcOrd="4" destOrd="0" parTransId="{1F049764-6B68-4038-B274-0D846F9410D3}" sibTransId="{DAF5412F-A2CF-413F-BE93-CC95410D2DCB}"/>
    <dgm:cxn modelId="{08E68312-C6CC-4094-B2D4-F1BB29F2E207}" type="presOf" srcId="{F26BFDED-CADD-4C8B-9DD4-6246AAFB29F5}" destId="{349E9A2F-DCDF-44DD-BF62-1C31C7FB1ECA}" srcOrd="0" destOrd="0" presId="urn:microsoft.com/office/officeart/2005/8/layout/vList2"/>
    <dgm:cxn modelId="{74C34116-2512-42CC-A00C-0F6F5B27D562}" type="presOf" srcId="{2B59C8A3-9A8F-48A4-95F2-880489B035CC}" destId="{04F73D14-639D-4D15-9470-6DED75C106C3}" srcOrd="0" destOrd="0" presId="urn:microsoft.com/office/officeart/2005/8/layout/vList2"/>
    <dgm:cxn modelId="{22F43F20-6583-4252-B969-0399D266EDE0}" type="presOf" srcId="{3E1E75D9-E954-46D4-8513-387213C7EF8A}" destId="{597C37E1-7F51-4BEC-9E99-A7A072D8FAD6}" srcOrd="0" destOrd="0" presId="urn:microsoft.com/office/officeart/2005/8/layout/vList2"/>
    <dgm:cxn modelId="{993B5322-FAB4-46FA-B9E7-81C381D22F87}" srcId="{AC3361BC-CED0-421B-857B-81FBDB738ABE}" destId="{435E57F8-A5E6-4B0C-A6C7-A1A2D555C669}" srcOrd="1" destOrd="0" parTransId="{610F91F0-8E80-43BC-9D86-6A31F36684CA}" sibTransId="{0B3ED6C5-5E72-43AF-9BF1-0EE9FD30294E}"/>
    <dgm:cxn modelId="{2B67AF24-7C26-4F32-9091-B99EC74668F0}" srcId="{8964B2EE-3C2E-48AD-9CAA-8FCCA235E913}" destId="{A520AB74-7B1C-4D0C-AC89-80BA7A62AA5E}" srcOrd="0" destOrd="0" parTransId="{D080CBEE-7A04-467F-9F12-0186A4B5BF86}" sibTransId="{AFA180B8-CBAC-4315-8EAA-662B402F0BC6}"/>
    <dgm:cxn modelId="{143AF13C-1EA1-40BE-A156-6A58692F7C74}" type="presOf" srcId="{A520AB74-7B1C-4D0C-AC89-80BA7A62AA5E}" destId="{FB3BC489-B53A-4591-94E2-11E0A50D64BF}" srcOrd="0" destOrd="0" presId="urn:microsoft.com/office/officeart/2005/8/layout/vList2"/>
    <dgm:cxn modelId="{E0A79446-C594-499F-A3F4-8231735CC544}" type="presOf" srcId="{79737FA3-87CA-4367-B7AE-39A2243B30EC}" destId="{B5794FA6-6FF8-4704-9264-5A9D6412A5C2}" srcOrd="0" destOrd="0" presId="urn:microsoft.com/office/officeart/2005/8/layout/vList2"/>
    <dgm:cxn modelId="{47255B49-5350-48CB-B1BC-25118F59F610}" srcId="{79737FA3-87CA-4367-B7AE-39A2243B30EC}" destId="{3E1E75D9-E954-46D4-8513-387213C7EF8A}" srcOrd="3" destOrd="0" parTransId="{BC97C398-1BFC-458A-BB92-42FAAFB6269C}" sibTransId="{018FDF46-CB8A-4D66-B99A-938CEB882E8A}"/>
    <dgm:cxn modelId="{E6B21152-A59A-4C00-8265-7BAAEBEF2225}" type="presOf" srcId="{0289B6CA-7044-4497-A78A-13629982970E}" destId="{40EA3A7F-4C22-4C84-9A47-8FFFE4A1FA8C}" srcOrd="0" destOrd="0" presId="urn:microsoft.com/office/officeart/2005/8/layout/vList2"/>
    <dgm:cxn modelId="{81653053-BDD5-479A-805B-62672BC506B3}" type="presOf" srcId="{435E57F8-A5E6-4B0C-A6C7-A1A2D555C669}" destId="{32B3C690-C1A7-4F8F-AEFC-A3AAEF9B5701}" srcOrd="0" destOrd="1" presId="urn:microsoft.com/office/officeart/2005/8/layout/vList2"/>
    <dgm:cxn modelId="{71425358-22B5-4199-B87C-72581DF5FC49}" srcId="{79737FA3-87CA-4367-B7AE-39A2243B30EC}" destId="{AC3361BC-CED0-421B-857B-81FBDB738ABE}" srcOrd="1" destOrd="0" parTransId="{A9E00036-F7EA-4676-A5A8-A7B9F332AF73}" sibTransId="{6DB56BB2-3B76-4E1A-B218-3CB370BBC8D5}"/>
    <dgm:cxn modelId="{74092FA7-58A7-439B-96AE-0282EBC7290B}" type="presOf" srcId="{AC3361BC-CED0-421B-857B-81FBDB738ABE}" destId="{26647A09-DD15-42B3-8C38-05D49E34D162}" srcOrd="0" destOrd="0" presId="urn:microsoft.com/office/officeart/2005/8/layout/vList2"/>
    <dgm:cxn modelId="{8B1A7BCF-5A91-4934-9AF1-46FBCB5D2AB7}" type="presOf" srcId="{3F5641D8-E99A-454A-9452-AFA7AA2C25F0}" destId="{32B3C690-C1A7-4F8F-AEFC-A3AAEF9B5701}" srcOrd="0" destOrd="0" presId="urn:microsoft.com/office/officeart/2005/8/layout/vList2"/>
    <dgm:cxn modelId="{9A8873E3-3F14-4EB8-A76D-F48982CDCFD4}" type="presOf" srcId="{8964B2EE-3C2E-48AD-9CAA-8FCCA235E913}" destId="{65B4DC84-B494-439E-995D-4CE8C3E7E246}" srcOrd="0" destOrd="0" presId="urn:microsoft.com/office/officeart/2005/8/layout/vList2"/>
    <dgm:cxn modelId="{3C7EEFE4-1429-4BF2-97FA-55F28A0322E4}" srcId="{79737FA3-87CA-4367-B7AE-39A2243B30EC}" destId="{2B59C8A3-9A8F-48A4-95F2-880489B035CC}" srcOrd="0" destOrd="0" parTransId="{7FE583FA-D349-424B-B13F-638AFB1779FE}" sibTransId="{40A718A2-35C7-4954-A81A-0860A9BD726D}"/>
    <dgm:cxn modelId="{38F820FE-42BE-4EA4-8DF9-C1C9187FBBE0}" type="presOf" srcId="{96971825-8107-4DDF-8FD8-CF5C96294D5C}" destId="{349E9A2F-DCDF-44DD-BF62-1C31C7FB1ECA}" srcOrd="0" destOrd="1" presId="urn:microsoft.com/office/officeart/2005/8/layout/vList2"/>
    <dgm:cxn modelId="{B9FB50DF-79DF-4D7F-92CF-FEC134B75693}" type="presParOf" srcId="{B5794FA6-6FF8-4704-9264-5A9D6412A5C2}" destId="{04F73D14-639D-4D15-9470-6DED75C106C3}" srcOrd="0" destOrd="0" presId="urn:microsoft.com/office/officeart/2005/8/layout/vList2"/>
    <dgm:cxn modelId="{1A315D24-6FD7-47E1-A59C-1C91CBE36784}" type="presParOf" srcId="{B5794FA6-6FF8-4704-9264-5A9D6412A5C2}" destId="{F2BCA5D6-FB90-4330-9E54-2E9554A13564}" srcOrd="1" destOrd="0" presId="urn:microsoft.com/office/officeart/2005/8/layout/vList2"/>
    <dgm:cxn modelId="{7C9CD1C1-6AA1-41BE-B1F8-306080DB2F5B}" type="presParOf" srcId="{B5794FA6-6FF8-4704-9264-5A9D6412A5C2}" destId="{26647A09-DD15-42B3-8C38-05D49E34D162}" srcOrd="2" destOrd="0" presId="urn:microsoft.com/office/officeart/2005/8/layout/vList2"/>
    <dgm:cxn modelId="{F96C2FE2-4FA9-4F49-938F-E6CA5DB6C3A8}" type="presParOf" srcId="{B5794FA6-6FF8-4704-9264-5A9D6412A5C2}" destId="{32B3C690-C1A7-4F8F-AEFC-A3AAEF9B5701}" srcOrd="3" destOrd="0" presId="urn:microsoft.com/office/officeart/2005/8/layout/vList2"/>
    <dgm:cxn modelId="{C11CDFAD-E7B5-4C1C-B439-B5531F29706C}" type="presParOf" srcId="{B5794FA6-6FF8-4704-9264-5A9D6412A5C2}" destId="{65B4DC84-B494-439E-995D-4CE8C3E7E246}" srcOrd="4" destOrd="0" presId="urn:microsoft.com/office/officeart/2005/8/layout/vList2"/>
    <dgm:cxn modelId="{2AF53B53-06B6-43B9-BF64-C3D7EB3F2CE2}" type="presParOf" srcId="{B5794FA6-6FF8-4704-9264-5A9D6412A5C2}" destId="{FB3BC489-B53A-4591-94E2-11E0A50D64BF}" srcOrd="5" destOrd="0" presId="urn:microsoft.com/office/officeart/2005/8/layout/vList2"/>
    <dgm:cxn modelId="{2AA84E6A-7C9C-4217-8027-7901D818E3E0}" type="presParOf" srcId="{B5794FA6-6FF8-4704-9264-5A9D6412A5C2}" destId="{597C37E1-7F51-4BEC-9E99-A7A072D8FAD6}" srcOrd="6" destOrd="0" presId="urn:microsoft.com/office/officeart/2005/8/layout/vList2"/>
    <dgm:cxn modelId="{BEE6BDC7-ED3C-4945-BF19-5B01FAEA90BA}" type="presParOf" srcId="{B5794FA6-6FF8-4704-9264-5A9D6412A5C2}" destId="{349E9A2F-DCDF-44DD-BF62-1C31C7FB1ECA}" srcOrd="7" destOrd="0" presId="urn:microsoft.com/office/officeart/2005/8/layout/vList2"/>
    <dgm:cxn modelId="{3743FECD-B37A-429B-91CA-7029ECD2AB65}" type="presParOf" srcId="{B5794FA6-6FF8-4704-9264-5A9D6412A5C2}" destId="{40EA3A7F-4C22-4C84-9A47-8FFFE4A1FA8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73D14-639D-4D15-9470-6DED75C106C3}">
      <dsp:nvSpPr>
        <dsp:cNvPr id="0" name=""/>
        <dsp:cNvSpPr/>
      </dsp:nvSpPr>
      <dsp:spPr>
        <a:xfrm>
          <a:off x="0" y="108354"/>
          <a:ext cx="6296297" cy="43348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1" kern="1200"/>
            <a:t>Prepare the Base Frame</a:t>
          </a:r>
          <a:endParaRPr lang="en-US" sz="1900" kern="1200"/>
        </a:p>
      </dsp:txBody>
      <dsp:txXfrm>
        <a:off x="21161" y="129515"/>
        <a:ext cx="6253975" cy="391163"/>
      </dsp:txXfrm>
    </dsp:sp>
    <dsp:sp modelId="{26647A09-DD15-42B3-8C38-05D49E34D162}">
      <dsp:nvSpPr>
        <dsp:cNvPr id="0" name=""/>
        <dsp:cNvSpPr/>
      </dsp:nvSpPr>
      <dsp:spPr>
        <a:xfrm>
          <a:off x="0" y="596559"/>
          <a:ext cx="6296297" cy="433485"/>
        </a:xfrm>
        <a:prstGeom prst="roundRect">
          <a:avLst/>
        </a:prstGeom>
        <a:solidFill>
          <a:schemeClr val="accent2">
            <a:hueOff val="1197020"/>
            <a:satOff val="-3638"/>
            <a:lumOff val="-4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1" kern="1200"/>
            <a:t>Assemble the Rocker-Bogie Arms</a:t>
          </a:r>
          <a:endParaRPr lang="en-US" sz="1900" kern="1200"/>
        </a:p>
      </dsp:txBody>
      <dsp:txXfrm>
        <a:off x="21161" y="617720"/>
        <a:ext cx="6253975" cy="391163"/>
      </dsp:txXfrm>
    </dsp:sp>
    <dsp:sp modelId="{32B3C690-C1A7-4F8F-AEFC-A3AAEF9B5701}">
      <dsp:nvSpPr>
        <dsp:cNvPr id="0" name=""/>
        <dsp:cNvSpPr/>
      </dsp:nvSpPr>
      <dsp:spPr>
        <a:xfrm>
          <a:off x="0" y="1030044"/>
          <a:ext cx="6296297" cy="471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90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u-HU" sz="1500" kern="1200"/>
            <a:t>Attach the rocker arms (blue rocker arms) to the chassis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u-HU" sz="1500" kern="1200"/>
            <a:t>Secure thecbogie arms (smaller black arms) to the main rocker arms</a:t>
          </a:r>
          <a:endParaRPr lang="en-US" sz="1500" kern="1200"/>
        </a:p>
      </dsp:txBody>
      <dsp:txXfrm>
        <a:off x="0" y="1030044"/>
        <a:ext cx="6296297" cy="471960"/>
      </dsp:txXfrm>
    </dsp:sp>
    <dsp:sp modelId="{65B4DC84-B494-439E-995D-4CE8C3E7E246}">
      <dsp:nvSpPr>
        <dsp:cNvPr id="0" name=""/>
        <dsp:cNvSpPr/>
      </dsp:nvSpPr>
      <dsp:spPr>
        <a:xfrm>
          <a:off x="0" y="1502004"/>
          <a:ext cx="6296297" cy="433485"/>
        </a:xfrm>
        <a:prstGeom prst="roundRect">
          <a:avLst/>
        </a:prstGeom>
        <a:solidFill>
          <a:schemeClr val="accent2">
            <a:hueOff val="2394041"/>
            <a:satOff val="-7276"/>
            <a:lumOff val="-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1" kern="1200"/>
            <a:t>Attach the Wheels</a:t>
          </a:r>
          <a:endParaRPr lang="en-US" sz="1900" kern="1200"/>
        </a:p>
      </dsp:txBody>
      <dsp:txXfrm>
        <a:off x="21161" y="1523165"/>
        <a:ext cx="6253975" cy="391163"/>
      </dsp:txXfrm>
    </dsp:sp>
    <dsp:sp modelId="{FB3BC489-B53A-4591-94E2-11E0A50D64BF}">
      <dsp:nvSpPr>
        <dsp:cNvPr id="0" name=""/>
        <dsp:cNvSpPr/>
      </dsp:nvSpPr>
      <dsp:spPr>
        <a:xfrm>
          <a:off x="0" y="1935489"/>
          <a:ext cx="6296297" cy="422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90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u-HU" sz="1500" kern="1200"/>
            <a:t>Attach the wheels to the rocker-bogie arms on both sides. Ensure the wheels are tightly secured and rotate freely.</a:t>
          </a:r>
          <a:endParaRPr lang="en-US" sz="1500" kern="1200"/>
        </a:p>
      </dsp:txBody>
      <dsp:txXfrm>
        <a:off x="0" y="1935489"/>
        <a:ext cx="6296297" cy="422797"/>
      </dsp:txXfrm>
    </dsp:sp>
    <dsp:sp modelId="{597C37E1-7F51-4BEC-9E99-A7A072D8FAD6}">
      <dsp:nvSpPr>
        <dsp:cNvPr id="0" name=""/>
        <dsp:cNvSpPr/>
      </dsp:nvSpPr>
      <dsp:spPr>
        <a:xfrm>
          <a:off x="0" y="2358287"/>
          <a:ext cx="6296297" cy="433485"/>
        </a:xfrm>
        <a:prstGeom prst="roundRect">
          <a:avLst/>
        </a:prstGeom>
        <a:solidFill>
          <a:schemeClr val="accent2">
            <a:hueOff val="3591061"/>
            <a:satOff val="-10913"/>
            <a:lumOff val="-1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1" kern="1200"/>
            <a:t>Install the Support Brackets</a:t>
          </a:r>
          <a:endParaRPr lang="en-US" sz="1900" kern="1200"/>
        </a:p>
      </dsp:txBody>
      <dsp:txXfrm>
        <a:off x="21161" y="2379448"/>
        <a:ext cx="6253975" cy="391163"/>
      </dsp:txXfrm>
    </dsp:sp>
    <dsp:sp modelId="{349E9A2F-DCDF-44DD-BF62-1C31C7FB1ECA}">
      <dsp:nvSpPr>
        <dsp:cNvPr id="0" name=""/>
        <dsp:cNvSpPr/>
      </dsp:nvSpPr>
      <dsp:spPr>
        <a:xfrm>
          <a:off x="0" y="2791772"/>
          <a:ext cx="6296297" cy="668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90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u-HU" sz="1500" kern="1200"/>
            <a:t>Attach the black support brackets on the top of the chassis using screws or bolts.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u-HU" sz="1500" kern="1200"/>
            <a:t>These brackets may be used for stability or to hold additional components.</a:t>
          </a:r>
          <a:endParaRPr lang="en-US" sz="1500" kern="1200"/>
        </a:p>
      </dsp:txBody>
      <dsp:txXfrm>
        <a:off x="0" y="2791772"/>
        <a:ext cx="6296297" cy="668609"/>
      </dsp:txXfrm>
    </dsp:sp>
    <dsp:sp modelId="{40EA3A7F-4C22-4C84-9A47-8FFFE4A1FA8C}">
      <dsp:nvSpPr>
        <dsp:cNvPr id="0" name=""/>
        <dsp:cNvSpPr/>
      </dsp:nvSpPr>
      <dsp:spPr>
        <a:xfrm>
          <a:off x="0" y="3460382"/>
          <a:ext cx="6296297" cy="433485"/>
        </a:xfrm>
        <a:prstGeom prst="roundRect">
          <a:avLst/>
        </a:prstGeom>
        <a:solidFill>
          <a:schemeClr val="accent2">
            <a:hueOff val="4788082"/>
            <a:satOff val="-14551"/>
            <a:lumOff val="-19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1" kern="1200"/>
            <a:t>Final Tightening and Testing</a:t>
          </a:r>
          <a:endParaRPr lang="en-US" sz="1900" kern="1200"/>
        </a:p>
      </dsp:txBody>
      <dsp:txXfrm>
        <a:off x="21161" y="3481543"/>
        <a:ext cx="6253975" cy="3911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ED369-5209-4E29-B47F-79E1D501AA9F}" type="datetimeFigureOut">
              <a:rPr lang="hu-HU" smtClean="0"/>
              <a:t>2025. 01. 23.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5AE4D-AFD6-40DC-8AED-16D68C32F9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848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4D6CAC8-5897-46A2-95FB-D42E1CFF1D1A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DFC1C-9E94-4C42-BA7E-ABFDEA64281A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FDADD-48F9-47BC-90B0-1A66DFDB821B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10491-6B8E-4D3B-8776-A84A453C1987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9DCF-DAB1-477B-8C36-1798330C4567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869C9-0551-4265-9919-034F161BBB28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CEFFA-6C62-4EA6-A15D-6B105CB10CD0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72E4-3D22-4B29-8F50-0A4AD3DBE874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39C4B-A629-4686-86AB-8263077DFE87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7744F-EAC1-4B75-8ADC-02A923D47970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8CC6-3E0C-4F6E-AC79-421461BF353D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DB096-0CA8-4FA8-B2F6-1DA947DA858F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27C2E-0BD3-4ADE-B551-8F081D187E69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0716-555D-4475-8A81-3769F3067978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F6D3-7B3E-4EF9-8A4B-6B8363B8B617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8575-BF42-4675-9DCF-644CD39E4F76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0B4A-4ABF-4558-BBED-DD1BAC20E9BE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EFAF3-C279-4B17-928B-284AAB86B258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fif"/><Relationship Id="rId4" Type="http://schemas.openxmlformats.org/officeDocument/2006/relationships/image" Target="../media/image5.jf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f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61C6D790-69F0-40CA-813A-84D724D1C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48476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ound Diagonal Corner Rectangle 7">
            <a:extLst>
              <a:ext uri="{FF2B5EF4-FFF2-40B4-BE49-F238E27FC236}">
                <a16:creationId xmlns:a16="http://schemas.microsoft.com/office/drawing/2014/main" id="{F5A78137-DBB7-4A93-98AC-5606814E2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0673" y="806450"/>
            <a:ext cx="9319476" cy="4502149"/>
          </a:xfrm>
          <a:prstGeom prst="round2DiagRect">
            <a:avLst>
              <a:gd name="adj1" fmla="val 7929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srgbClr val="092338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F34DAD-CBA4-95AB-EF9F-CF65C8026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5145" y="1125512"/>
            <a:ext cx="7135566" cy="1117094"/>
          </a:xfrm>
        </p:spPr>
        <p:txBody>
          <a:bodyPr>
            <a:normAutofit/>
          </a:bodyPr>
          <a:lstStyle/>
          <a:p>
            <a:r>
              <a:rPr lang="hu-HU" sz="5400" dirty="0">
                <a:solidFill>
                  <a:srgbClr val="FFFFFF"/>
                </a:solidFill>
              </a:rPr>
              <a:t>Milestone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1441C4-1F4C-4E2F-186D-8EE09D3FFB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4139" y="2242606"/>
            <a:ext cx="7136760" cy="2744259"/>
          </a:xfrm>
        </p:spPr>
        <p:txBody>
          <a:bodyPr>
            <a:normAutofit/>
          </a:bodyPr>
          <a:lstStyle/>
          <a:p>
            <a:r>
              <a:rPr lang="hu-HU" sz="1800" b="1" dirty="0">
                <a:solidFill>
                  <a:srgbClr val="FFFFFF"/>
                </a:solidFill>
              </a:rPr>
              <a:t>Torque titans</a:t>
            </a:r>
          </a:p>
          <a:p>
            <a:pPr>
              <a:spcBef>
                <a:spcPts val="0"/>
              </a:spcBef>
            </a:pPr>
            <a:r>
              <a:rPr lang="hu-HU" sz="1200" cap="none" dirty="0">
                <a:solidFill>
                  <a:srgbClr val="FFFFFF"/>
                </a:solidFill>
              </a:rPr>
              <a:t>Dániel Ferencz-csiki</a:t>
            </a:r>
          </a:p>
          <a:p>
            <a:pPr>
              <a:spcBef>
                <a:spcPts val="0"/>
              </a:spcBef>
            </a:pPr>
            <a:r>
              <a:rPr lang="hu-HU" sz="1200" cap="none" dirty="0">
                <a:solidFill>
                  <a:srgbClr val="FFFFFF"/>
                </a:solidFill>
              </a:rPr>
              <a:t>Dániel Trubek</a:t>
            </a:r>
          </a:p>
          <a:p>
            <a:pPr>
              <a:spcBef>
                <a:spcPts val="0"/>
              </a:spcBef>
            </a:pPr>
            <a:r>
              <a:rPr lang="hu-HU" sz="1200" cap="none" dirty="0">
                <a:solidFill>
                  <a:srgbClr val="FFFFFF"/>
                </a:solidFill>
              </a:rPr>
              <a:t>Nipun Guaranathe</a:t>
            </a:r>
          </a:p>
          <a:p>
            <a:pPr>
              <a:spcBef>
                <a:spcPts val="0"/>
              </a:spcBef>
            </a:pPr>
            <a:r>
              <a:rPr lang="hu-HU" sz="1200" cap="none" dirty="0">
                <a:solidFill>
                  <a:srgbClr val="FFFFFF"/>
                </a:solidFill>
              </a:rPr>
              <a:t>Aws Abu Ali</a:t>
            </a:r>
          </a:p>
          <a:p>
            <a:pPr>
              <a:spcBef>
                <a:spcPts val="0"/>
              </a:spcBef>
            </a:pPr>
            <a:r>
              <a:rPr lang="hu-HU" sz="1200" cap="none" dirty="0">
                <a:solidFill>
                  <a:srgbClr val="FFFFFF"/>
                </a:solidFill>
              </a:rPr>
              <a:t>Tanvir Tanjir Rohan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4B852-0234-A387-1132-4722F8397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715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7B8BA-C3EF-6C09-7E53-C4351924A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anchor="b">
            <a:normAutofit/>
          </a:bodyPr>
          <a:lstStyle/>
          <a:p>
            <a:r>
              <a:rPr lang="hu-HU" sz="2800" dirty="0"/>
              <a:t>Choosing a suspension to use</a:t>
            </a:r>
          </a:p>
        </p:txBody>
      </p:sp>
      <p:sp>
        <p:nvSpPr>
          <p:cNvPr id="9" name="Round Diagonal Corner Rectangle 11">
            <a:extLst>
              <a:ext uri="{FF2B5EF4-FFF2-40B4-BE49-F238E27FC236}">
                <a16:creationId xmlns:a16="http://schemas.microsoft.com/office/drawing/2014/main" id="{E4B7B3E3-827A-48BE-AD67-A57C45AA6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BB9CD-51F9-59C5-CFAB-85F2D50BD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041" y="2697768"/>
            <a:ext cx="3281004" cy="3541714"/>
          </a:xfrm>
        </p:spPr>
        <p:txBody>
          <a:bodyPr>
            <a:normAutofit/>
          </a:bodyPr>
          <a:lstStyle/>
          <a:p>
            <a:r>
              <a:rPr lang="hu-HU" sz="1800" dirty="0"/>
              <a:t>Rocker-Bogie</a:t>
            </a:r>
          </a:p>
          <a:p>
            <a:endParaRPr lang="hu-HU" sz="1800" dirty="0"/>
          </a:p>
          <a:p>
            <a:r>
              <a:rPr lang="hu-HU" sz="1800" dirty="0"/>
              <a:t>Leaf Spring</a:t>
            </a:r>
          </a:p>
          <a:p>
            <a:endParaRPr lang="hu-HU" sz="1800" dirty="0"/>
          </a:p>
          <a:p>
            <a:r>
              <a:rPr lang="hu-HU" sz="1800" dirty="0"/>
              <a:t>MacPherson Strut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8DD203-F93E-FF12-F6FB-39818E66A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163097"/>
              </p:ext>
            </p:extLst>
          </p:nvPr>
        </p:nvGraphicFramePr>
        <p:xfrm>
          <a:off x="1118988" y="1275190"/>
          <a:ext cx="6112384" cy="430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638">
                  <a:extLst>
                    <a:ext uri="{9D8B030D-6E8A-4147-A177-3AD203B41FA5}">
                      <a16:colId xmlns:a16="http://schemas.microsoft.com/office/drawing/2014/main" val="2545873274"/>
                    </a:ext>
                  </a:extLst>
                </a:gridCol>
                <a:gridCol w="1516350">
                  <a:extLst>
                    <a:ext uri="{9D8B030D-6E8A-4147-A177-3AD203B41FA5}">
                      <a16:colId xmlns:a16="http://schemas.microsoft.com/office/drawing/2014/main" val="456577397"/>
                    </a:ext>
                  </a:extLst>
                </a:gridCol>
                <a:gridCol w="1278956">
                  <a:extLst>
                    <a:ext uri="{9D8B030D-6E8A-4147-A177-3AD203B41FA5}">
                      <a16:colId xmlns:a16="http://schemas.microsoft.com/office/drawing/2014/main" val="4245170140"/>
                    </a:ext>
                  </a:extLst>
                </a:gridCol>
                <a:gridCol w="1872440">
                  <a:extLst>
                    <a:ext uri="{9D8B030D-6E8A-4147-A177-3AD203B41FA5}">
                      <a16:colId xmlns:a16="http://schemas.microsoft.com/office/drawing/2014/main" val="622351244"/>
                    </a:ext>
                  </a:extLst>
                </a:gridCol>
              </a:tblGrid>
              <a:tr h="594077">
                <a:tc>
                  <a:txBody>
                    <a:bodyPr/>
                    <a:lstStyle/>
                    <a:p>
                      <a:pPr algn="l" fontAlgn="b"/>
                      <a:r>
                        <a:rPr lang="hu-HU" sz="1700" u="none" strike="noStrike">
                          <a:effectLst/>
                        </a:rPr>
                        <a:t> 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Rocker-Bogie suspension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Leaf spring suspension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Macpherson strut suspension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extLst>
                  <a:ext uri="{0D108BD9-81ED-4DB2-BD59-A6C34878D82A}">
                    <a16:rowId xmlns:a16="http://schemas.microsoft.com/office/drawing/2014/main" val="940739285"/>
                  </a:ext>
                </a:extLst>
              </a:tr>
              <a:tr h="594077">
                <a:tc>
                  <a:txBody>
                    <a:bodyPr/>
                    <a:lstStyle/>
                    <a:p>
                      <a:pPr algn="l" fontAlgn="b"/>
                      <a:r>
                        <a:rPr lang="hu-HU" sz="1700" u="none" strike="noStrike">
                          <a:effectLst/>
                        </a:rPr>
                        <a:t>Cost-effectiveness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3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5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4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extLst>
                  <a:ext uri="{0D108BD9-81ED-4DB2-BD59-A6C34878D82A}">
                    <a16:rowId xmlns:a16="http://schemas.microsoft.com/office/drawing/2014/main" val="292663442"/>
                  </a:ext>
                </a:extLst>
              </a:tr>
              <a:tr h="594077">
                <a:tc>
                  <a:txBody>
                    <a:bodyPr/>
                    <a:lstStyle/>
                    <a:p>
                      <a:pPr algn="l" fontAlgn="b"/>
                      <a:r>
                        <a:rPr lang="hu-HU" sz="1700" u="none" strike="noStrike">
                          <a:effectLst/>
                        </a:rPr>
                        <a:t>Suitability for heavy loads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2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5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3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extLst>
                  <a:ext uri="{0D108BD9-81ED-4DB2-BD59-A6C34878D82A}">
                    <a16:rowId xmlns:a16="http://schemas.microsoft.com/office/drawing/2014/main" val="2653586943"/>
                  </a:ext>
                </a:extLst>
              </a:tr>
              <a:tr h="332944">
                <a:tc>
                  <a:txBody>
                    <a:bodyPr/>
                    <a:lstStyle/>
                    <a:p>
                      <a:pPr algn="l" fontAlgn="b"/>
                      <a:r>
                        <a:rPr lang="hu-HU" sz="1700" u="none" strike="noStrike">
                          <a:effectLst/>
                        </a:rPr>
                        <a:t>Durability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5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3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2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extLst>
                  <a:ext uri="{0D108BD9-81ED-4DB2-BD59-A6C34878D82A}">
                    <a16:rowId xmlns:a16="http://schemas.microsoft.com/office/drawing/2014/main" val="1572390747"/>
                  </a:ext>
                </a:extLst>
              </a:tr>
              <a:tr h="332944">
                <a:tc>
                  <a:txBody>
                    <a:bodyPr/>
                    <a:lstStyle/>
                    <a:p>
                      <a:pPr algn="l" fontAlgn="b"/>
                      <a:r>
                        <a:rPr lang="hu-HU" sz="1700" u="none" strike="noStrike">
                          <a:effectLst/>
                        </a:rPr>
                        <a:t>Simplicity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3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2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1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extLst>
                  <a:ext uri="{0D108BD9-81ED-4DB2-BD59-A6C34878D82A}">
                    <a16:rowId xmlns:a16="http://schemas.microsoft.com/office/drawing/2014/main" val="1079197572"/>
                  </a:ext>
                </a:extLst>
              </a:tr>
              <a:tr h="594077">
                <a:tc>
                  <a:txBody>
                    <a:bodyPr/>
                    <a:lstStyle/>
                    <a:p>
                      <a:pPr algn="l" fontAlgn="b"/>
                      <a:r>
                        <a:rPr lang="hu-HU" sz="1700" u="none" strike="noStrike">
                          <a:effectLst/>
                        </a:rPr>
                        <a:t>Terrain adaptability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5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3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3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extLst>
                  <a:ext uri="{0D108BD9-81ED-4DB2-BD59-A6C34878D82A}">
                    <a16:rowId xmlns:a16="http://schemas.microsoft.com/office/drawing/2014/main" val="1944901038"/>
                  </a:ext>
                </a:extLst>
              </a:tr>
              <a:tr h="594077">
                <a:tc>
                  <a:txBody>
                    <a:bodyPr/>
                    <a:lstStyle/>
                    <a:p>
                      <a:pPr algn="l" fontAlgn="b"/>
                      <a:r>
                        <a:rPr lang="hu-HU" sz="1700" u="none" strike="noStrike">
                          <a:effectLst/>
                        </a:rPr>
                        <a:t>Ease of maintenance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5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2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4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extLst>
                  <a:ext uri="{0D108BD9-81ED-4DB2-BD59-A6C34878D82A}">
                    <a16:rowId xmlns:a16="http://schemas.microsoft.com/office/drawing/2014/main" val="1540337273"/>
                  </a:ext>
                </a:extLst>
              </a:tr>
              <a:tr h="332944">
                <a:tc>
                  <a:txBody>
                    <a:bodyPr/>
                    <a:lstStyle/>
                    <a:p>
                      <a:pPr algn="l" fontAlgn="b"/>
                      <a:r>
                        <a:rPr lang="hu-HU" sz="1700" u="none" strike="noStrike">
                          <a:effectLst/>
                        </a:rPr>
                        <a:t>Stability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5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3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3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extLst>
                  <a:ext uri="{0D108BD9-81ED-4DB2-BD59-A6C34878D82A}">
                    <a16:rowId xmlns:a16="http://schemas.microsoft.com/office/drawing/2014/main" val="2732154188"/>
                  </a:ext>
                </a:extLst>
              </a:tr>
              <a:tr h="332944">
                <a:tc>
                  <a:txBody>
                    <a:bodyPr/>
                    <a:lstStyle/>
                    <a:p>
                      <a:pPr algn="l" fontAlgn="b"/>
                      <a:r>
                        <a:rPr lang="hu-HU" sz="1700" u="none" strike="noStrike">
                          <a:effectLst/>
                        </a:rPr>
                        <a:t>Overall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28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23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700" u="none" strike="noStrike">
                          <a:effectLst/>
                        </a:rPr>
                        <a:t>20</a:t>
                      </a:r>
                      <a:endParaRPr lang="hu-HU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837" marR="14837" marT="14837" marB="0" anchor="b"/>
                </a:tc>
                <a:extLst>
                  <a:ext uri="{0D108BD9-81ED-4DB2-BD59-A6C34878D82A}">
                    <a16:rowId xmlns:a16="http://schemas.microsoft.com/office/drawing/2014/main" val="392806281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C9F672-35DE-D78C-3117-579AFAD2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052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CF426-9E41-B292-DBDD-D4E3DD41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anchor="b">
            <a:normAutofit/>
          </a:bodyPr>
          <a:lstStyle/>
          <a:p>
            <a:r>
              <a:rPr lang="hu-HU" sz="2800"/>
              <a:t>Early ideas and design</a:t>
            </a:r>
          </a:p>
        </p:txBody>
      </p:sp>
      <p:sp>
        <p:nvSpPr>
          <p:cNvPr id="12" name="Round Diagonal Corner Rectangle 11">
            <a:extLst>
              <a:ext uri="{FF2B5EF4-FFF2-40B4-BE49-F238E27FC236}">
                <a16:creationId xmlns:a16="http://schemas.microsoft.com/office/drawing/2014/main" id="{E4B7B3E3-827A-48BE-AD67-A57C45AA6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ue and grey table&#10;&#10;Description automatically generated">
            <a:extLst>
              <a:ext uri="{FF2B5EF4-FFF2-40B4-BE49-F238E27FC236}">
                <a16:creationId xmlns:a16="http://schemas.microsoft.com/office/drawing/2014/main" id="{319AF627-878D-B713-1FDC-121C929BD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88" y="1974579"/>
            <a:ext cx="6112382" cy="290338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D2FF9-7823-026D-82B2-6B8C8866A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041" y="2697768"/>
            <a:ext cx="3281004" cy="3541714"/>
          </a:xfrm>
        </p:spPr>
        <p:txBody>
          <a:bodyPr>
            <a:normAutofit/>
          </a:bodyPr>
          <a:lstStyle/>
          <a:p>
            <a:r>
              <a:rPr lang="hu-HU" sz="1800" dirty="0"/>
              <a:t>Design is just an approximation</a:t>
            </a:r>
          </a:p>
          <a:p>
            <a:endParaRPr lang="hu-HU" sz="1800" dirty="0"/>
          </a:p>
          <a:p>
            <a:r>
              <a:rPr lang="hu-HU" sz="1800" dirty="0"/>
              <a:t>A lot of problems to be solved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63D3A-9222-9483-43A7-0DB3C3422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50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02D91-E240-A315-1F04-0FB06BA61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anchor="b">
            <a:normAutofit/>
          </a:bodyPr>
          <a:lstStyle/>
          <a:p>
            <a:r>
              <a:rPr lang="hu-HU" sz="2600" dirty="0"/>
              <a:t>Improved design – more details added</a:t>
            </a:r>
          </a:p>
        </p:txBody>
      </p:sp>
      <p:sp>
        <p:nvSpPr>
          <p:cNvPr id="12" name="Round Diagonal Corner Rectangle 11">
            <a:extLst>
              <a:ext uri="{FF2B5EF4-FFF2-40B4-BE49-F238E27FC236}">
                <a16:creationId xmlns:a16="http://schemas.microsoft.com/office/drawing/2014/main" id="{E4B7B3E3-827A-48BE-AD67-A57C45AA6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72F5FBB4-705E-2E3F-5932-228F478EC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282" y="1137621"/>
            <a:ext cx="4073793" cy="457729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D1A7678-CDB9-D941-FED6-C2D71DDBA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041" y="2697768"/>
            <a:ext cx="3281004" cy="3541714"/>
          </a:xfrm>
        </p:spPr>
        <p:txBody>
          <a:bodyPr>
            <a:normAutofit/>
          </a:bodyPr>
          <a:lstStyle/>
          <a:p>
            <a:r>
              <a:rPr lang="hu-HU" sz="1800" dirty="0"/>
              <a:t>Improved parts and assembly</a:t>
            </a:r>
            <a:endParaRPr lang="en-US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D9C4DB-6E78-2CB5-3546-014C2F6A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604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693BD2D-90DE-41D0-B07B-6670FECAB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6" name="Rectangle 15">
              <a:extLst>
                <a:ext uri="{FF2B5EF4-FFF2-40B4-BE49-F238E27FC236}">
                  <a16:creationId xmlns:a16="http://schemas.microsoft.com/office/drawing/2014/main" id="{420D8642-D968-4F94-843D-8C13771EA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E4EF1635-745F-4114-8470-B93CB63039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AADE310-421F-4A07-86A0-0E0B3C3E2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40302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92EFF714-AB04-436A-852B-F3B39BFDA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8E6C29E0-88AD-4D53-AAE1-D6E33BF33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CC9A5E51-EE8F-4843-9436-D8B6CE131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Rectangle 8">
              <a:extLst>
                <a:ext uri="{FF2B5EF4-FFF2-40B4-BE49-F238E27FC236}">
                  <a16:creationId xmlns:a16="http://schemas.microsoft.com/office/drawing/2014/main" id="{0A0AF990-0077-4E68-8DC6-F945BE4C6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26B1F5C8-8321-4D71-B699-C2E87D9CA1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B5C8775-0CF8-43A3-9CAB-1B97F6B2B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5B6C08C1-6FC3-49FF-8D4D-99E13D3BF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95CA3761-3A11-406A-A326-ECF26E072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0AABA579-772E-4579-AC6C-3F6D21659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FE1A6CBE-4C42-4B7A-9453-4BC869D50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825ABAD8-3CA7-4EA3-ACAE-0EA73C71A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7DC73EC9-C427-4ED6-8EBE-BC00E9CF2C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428B51A5-ACFB-44C2-9964-16F1DDA5E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C4704545-01A1-468C-95DD-63B90C39A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5F0473CE-D2DB-4ECD-B21A-4CA35148F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08C45B16-DC09-476F-9B4B-692F3D4643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6" name="Freeform 21">
              <a:extLst>
                <a:ext uri="{FF2B5EF4-FFF2-40B4-BE49-F238E27FC236}">
                  <a16:creationId xmlns:a16="http://schemas.microsoft.com/office/drawing/2014/main" id="{D0C0F01F-521A-4AF5-9070-1BBABCE93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DB1723A5-EF2B-4DF7-BC63-F52B5E29F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5631D183-4732-4C19-A23C-B39628A06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179A8BC5-AAFA-4E6F-B675-3E0CC7E461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1DC0EC12-B52F-47E4-B851-CAFB05C57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E5DEA7B1-C866-4B5F-987C-4BD13F0963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C79B501A-0947-4E42-802D-3FC073C30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068696D0-F634-4F07-8C25-98443B168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A0097225-8B0D-4635-9EAB-53A208A5E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115303E8-FF11-4E31-AADF-59BD54396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BEBB0441-EBFD-493A-89C9-8B4BE5630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877F3517-B32B-4798-9296-2B3A6D3D99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8" name="Rectangle 33">
              <a:extLst>
                <a:ext uri="{FF2B5EF4-FFF2-40B4-BE49-F238E27FC236}">
                  <a16:creationId xmlns:a16="http://schemas.microsoft.com/office/drawing/2014/main" id="{9CCEBBA5-0C29-432F-AC88-73B6AC562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9" name="Freeform 34">
              <a:extLst>
                <a:ext uri="{FF2B5EF4-FFF2-40B4-BE49-F238E27FC236}">
                  <a16:creationId xmlns:a16="http://schemas.microsoft.com/office/drawing/2014/main" id="{95ED506A-0449-4956-BEAE-905FE03E5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0" name="Freeform 35">
              <a:extLst>
                <a:ext uri="{FF2B5EF4-FFF2-40B4-BE49-F238E27FC236}">
                  <a16:creationId xmlns:a16="http://schemas.microsoft.com/office/drawing/2014/main" id="{D21D942D-689E-46D7-B06C-0F01177DB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1" name="Freeform 36">
              <a:extLst>
                <a:ext uri="{FF2B5EF4-FFF2-40B4-BE49-F238E27FC236}">
                  <a16:creationId xmlns:a16="http://schemas.microsoft.com/office/drawing/2014/main" id="{F0364329-0D4F-4712-82D5-116BFDB45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37">
              <a:extLst>
                <a:ext uri="{FF2B5EF4-FFF2-40B4-BE49-F238E27FC236}">
                  <a16:creationId xmlns:a16="http://schemas.microsoft.com/office/drawing/2014/main" id="{C32A3069-F39D-4530-9666-2BF2E82E7A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38">
              <a:extLst>
                <a:ext uri="{FF2B5EF4-FFF2-40B4-BE49-F238E27FC236}">
                  <a16:creationId xmlns:a16="http://schemas.microsoft.com/office/drawing/2014/main" id="{AFD9032F-96EE-4AC3-B4C4-9334C00D96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39">
              <a:extLst>
                <a:ext uri="{FF2B5EF4-FFF2-40B4-BE49-F238E27FC236}">
                  <a16:creationId xmlns:a16="http://schemas.microsoft.com/office/drawing/2014/main" id="{54B7C097-76FE-4D48-A2FB-28AE3EE45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40">
              <a:extLst>
                <a:ext uri="{FF2B5EF4-FFF2-40B4-BE49-F238E27FC236}">
                  <a16:creationId xmlns:a16="http://schemas.microsoft.com/office/drawing/2014/main" id="{5C3EA8FD-5A91-4EF7-AC73-FB7D115A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41">
              <a:extLst>
                <a:ext uri="{FF2B5EF4-FFF2-40B4-BE49-F238E27FC236}">
                  <a16:creationId xmlns:a16="http://schemas.microsoft.com/office/drawing/2014/main" id="{51599BE3-9721-4E55-9AD8-F49E15DA8A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7" name="Freeform 42">
              <a:extLst>
                <a:ext uri="{FF2B5EF4-FFF2-40B4-BE49-F238E27FC236}">
                  <a16:creationId xmlns:a16="http://schemas.microsoft.com/office/drawing/2014/main" id="{B34CF688-7031-482E-9897-AB4B7BF5E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8" name="Freeform 43">
              <a:extLst>
                <a:ext uri="{FF2B5EF4-FFF2-40B4-BE49-F238E27FC236}">
                  <a16:creationId xmlns:a16="http://schemas.microsoft.com/office/drawing/2014/main" id="{E9011520-9FE8-4C7F-B271-A06DB35AC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9" name="Freeform 44">
              <a:extLst>
                <a:ext uri="{FF2B5EF4-FFF2-40B4-BE49-F238E27FC236}">
                  <a16:creationId xmlns:a16="http://schemas.microsoft.com/office/drawing/2014/main" id="{357A27C5-E3A1-4D83-82F6-6FAD21C51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0" name="Rectangle 45">
              <a:extLst>
                <a:ext uri="{FF2B5EF4-FFF2-40B4-BE49-F238E27FC236}">
                  <a16:creationId xmlns:a16="http://schemas.microsoft.com/office/drawing/2014/main" id="{71F4D3E9-B91C-45B3-B8A4-2C284D4EB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1" name="Freeform 46">
              <a:extLst>
                <a:ext uri="{FF2B5EF4-FFF2-40B4-BE49-F238E27FC236}">
                  <a16:creationId xmlns:a16="http://schemas.microsoft.com/office/drawing/2014/main" id="{DED7151D-D6EF-4F03-87D0-7F963123BE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2" name="Freeform 47">
              <a:extLst>
                <a:ext uri="{FF2B5EF4-FFF2-40B4-BE49-F238E27FC236}">
                  <a16:creationId xmlns:a16="http://schemas.microsoft.com/office/drawing/2014/main" id="{6C5C83AF-D468-4B0A-B449-C360CE26D5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3" name="Freeform 48">
              <a:extLst>
                <a:ext uri="{FF2B5EF4-FFF2-40B4-BE49-F238E27FC236}">
                  <a16:creationId xmlns:a16="http://schemas.microsoft.com/office/drawing/2014/main" id="{4A5B4139-C66D-47A2-8B30-11415F15E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4" name="Freeform 49">
              <a:extLst>
                <a:ext uri="{FF2B5EF4-FFF2-40B4-BE49-F238E27FC236}">
                  <a16:creationId xmlns:a16="http://schemas.microsoft.com/office/drawing/2014/main" id="{48F3A424-087B-4825-8313-519981EEC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5" name="Freeform 50">
              <a:extLst>
                <a:ext uri="{FF2B5EF4-FFF2-40B4-BE49-F238E27FC236}">
                  <a16:creationId xmlns:a16="http://schemas.microsoft.com/office/drawing/2014/main" id="{3E8E1C6A-5AD4-4EBD-9FA1-132108BC5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6" name="Freeform 51">
              <a:extLst>
                <a:ext uri="{FF2B5EF4-FFF2-40B4-BE49-F238E27FC236}">
                  <a16:creationId xmlns:a16="http://schemas.microsoft.com/office/drawing/2014/main" id="{ACEDD2AF-0DB9-4C5C-850B-DFEBCB10C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7" name="Freeform 52">
              <a:extLst>
                <a:ext uri="{FF2B5EF4-FFF2-40B4-BE49-F238E27FC236}">
                  <a16:creationId xmlns:a16="http://schemas.microsoft.com/office/drawing/2014/main" id="{0A114CDE-F1F7-437C-9C09-E4374D6397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8" name="Freeform 53">
              <a:extLst>
                <a:ext uri="{FF2B5EF4-FFF2-40B4-BE49-F238E27FC236}">
                  <a16:creationId xmlns:a16="http://schemas.microsoft.com/office/drawing/2014/main" id="{DC6A2F35-ED69-484A-9425-087C0943C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9" name="Freeform 54">
              <a:extLst>
                <a:ext uri="{FF2B5EF4-FFF2-40B4-BE49-F238E27FC236}">
                  <a16:creationId xmlns:a16="http://schemas.microsoft.com/office/drawing/2014/main" id="{5C3FAF61-A529-497A-B8EB-54BB72E88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0" name="Freeform 55">
              <a:extLst>
                <a:ext uri="{FF2B5EF4-FFF2-40B4-BE49-F238E27FC236}">
                  <a16:creationId xmlns:a16="http://schemas.microsoft.com/office/drawing/2014/main" id="{395A6577-B4C3-42FF-98D3-CA3AB4883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1" name="Freeform 56">
              <a:extLst>
                <a:ext uri="{FF2B5EF4-FFF2-40B4-BE49-F238E27FC236}">
                  <a16:creationId xmlns:a16="http://schemas.microsoft.com/office/drawing/2014/main" id="{B4A6EF5E-0CBE-4A8C-A303-0AD653540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2" name="Freeform 57">
              <a:extLst>
                <a:ext uri="{FF2B5EF4-FFF2-40B4-BE49-F238E27FC236}">
                  <a16:creationId xmlns:a16="http://schemas.microsoft.com/office/drawing/2014/main" id="{F6717E37-402B-4A63-88A6-E2F8C9728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73" name="Freeform 58">
              <a:extLst>
                <a:ext uri="{FF2B5EF4-FFF2-40B4-BE49-F238E27FC236}">
                  <a16:creationId xmlns:a16="http://schemas.microsoft.com/office/drawing/2014/main" id="{158EE7FB-51AD-4A88-905A-45FF2BE78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712A2E-A01A-AD2D-C52E-219D0FA2D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353" y="618518"/>
            <a:ext cx="4413736" cy="1478570"/>
          </a:xfrm>
        </p:spPr>
        <p:txBody>
          <a:bodyPr>
            <a:normAutofit/>
          </a:bodyPr>
          <a:lstStyle/>
          <a:p>
            <a:r>
              <a:rPr lang="hu-HU" dirty="0"/>
              <a:t>Final design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9BE05C-C930-33E7-4011-CCB963E05B75}"/>
              </a:ext>
            </a:extLst>
          </p:cNvPr>
          <p:cNvGrpSpPr/>
          <p:nvPr/>
        </p:nvGrpSpPr>
        <p:grpSpPr>
          <a:xfrm>
            <a:off x="-5597" y="1"/>
            <a:ext cx="6101597" cy="6858000"/>
            <a:chOff x="-5597" y="1"/>
            <a:chExt cx="6101597" cy="6858000"/>
          </a:xfrm>
        </p:grpSpPr>
        <p:pic>
          <p:nvPicPr>
            <p:cNvPr id="8" name="Picture 7" descr="A blue and black cart&#10;&#10;Description automatically generated with medium confidence">
              <a:extLst>
                <a:ext uri="{FF2B5EF4-FFF2-40B4-BE49-F238E27FC236}">
                  <a16:creationId xmlns:a16="http://schemas.microsoft.com/office/drawing/2014/main" id="{F02BEF0E-A842-EF16-60E5-8F9E6F23D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33" r="1836" b="2"/>
            <a:stretch/>
          </p:blipFill>
          <p:spPr>
            <a:xfrm>
              <a:off x="-5597" y="1"/>
              <a:ext cx="6101597" cy="3427413"/>
            </a:xfrm>
            <a:custGeom>
              <a:avLst/>
              <a:gdLst/>
              <a:ahLst/>
              <a:cxnLst/>
              <a:rect l="l" t="t" r="r" b="b"/>
              <a:pathLst>
                <a:path w="6101597" h="3427413">
                  <a:moveTo>
                    <a:pt x="0" y="0"/>
                  </a:moveTo>
                  <a:lnTo>
                    <a:pt x="6101597" y="0"/>
                  </a:lnTo>
                  <a:lnTo>
                    <a:pt x="6101597" y="3427413"/>
                  </a:lnTo>
                  <a:lnTo>
                    <a:pt x="0" y="3427413"/>
                  </a:lnTo>
                  <a:close/>
                </a:path>
              </a:pathLst>
            </a:custGeom>
          </p:spPr>
        </p:pic>
        <p:pic>
          <p:nvPicPr>
            <p:cNvPr id="6" name="Content Placeholder 5" descr="A blue and black cart with black wheels&#10;&#10;Description automatically generated">
              <a:extLst>
                <a:ext uri="{FF2B5EF4-FFF2-40B4-BE49-F238E27FC236}">
                  <a16:creationId xmlns:a16="http://schemas.microsoft.com/office/drawing/2014/main" id="{C8791637-A32C-D42E-7A7E-5A403BB29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697" r="7598" b="1"/>
            <a:stretch/>
          </p:blipFill>
          <p:spPr>
            <a:xfrm>
              <a:off x="-5597" y="3427414"/>
              <a:ext cx="6101597" cy="3430587"/>
            </a:xfrm>
            <a:custGeom>
              <a:avLst/>
              <a:gdLst/>
              <a:ahLst/>
              <a:cxnLst/>
              <a:rect l="l" t="t" r="r" b="b"/>
              <a:pathLst>
                <a:path w="6101597" h="3430587">
                  <a:moveTo>
                    <a:pt x="0" y="0"/>
                  </a:moveTo>
                  <a:lnTo>
                    <a:pt x="6101597" y="0"/>
                  </a:lnTo>
                  <a:lnTo>
                    <a:pt x="6101597" y="3430587"/>
                  </a:lnTo>
                  <a:lnTo>
                    <a:pt x="0" y="3430587"/>
                  </a:lnTo>
                  <a:close/>
                </a:path>
              </a:pathLst>
            </a:custGeom>
          </p:spPr>
        </p:pic>
      </p:grp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0BF60C6-677B-F9F8-D449-732E3D0A4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352" y="2473324"/>
            <a:ext cx="4413737" cy="3541714"/>
          </a:xfrm>
        </p:spPr>
        <p:txBody>
          <a:bodyPr>
            <a:normAutofit/>
          </a:bodyPr>
          <a:lstStyle/>
          <a:p>
            <a:r>
              <a:rPr lang="hu-HU" dirty="0"/>
              <a:t>Changed differential</a:t>
            </a:r>
          </a:p>
          <a:p>
            <a:endParaRPr lang="hu-HU" dirty="0"/>
          </a:p>
          <a:p>
            <a:r>
              <a:rPr lang="hu-HU" dirty="0"/>
              <a:t>Hook added</a:t>
            </a:r>
          </a:p>
          <a:p>
            <a:endParaRPr lang="hu-HU" dirty="0"/>
          </a:p>
          <a:p>
            <a:r>
              <a:rPr lang="hu-HU" dirty="0"/>
              <a:t>Lowered center of mass</a:t>
            </a:r>
          </a:p>
          <a:p>
            <a:endParaRPr lang="en-US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3645D35-E797-4482-A1FD-29D21AEAC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3354" y="-464"/>
            <a:ext cx="2646" cy="6858465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C7BA197-BE1E-4B2B-B2BC-7A9A095AE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5597" y="3427414"/>
            <a:ext cx="6101597" cy="0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BDCA1-50F2-2D37-1CD2-88C4DC90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11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B1B40-4AFE-812A-5B4B-4026612CB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Components used</a:t>
            </a:r>
            <a:endParaRPr lang="hu-HU" dirty="0"/>
          </a:p>
        </p:txBody>
      </p:sp>
      <p:pic>
        <p:nvPicPr>
          <p:cNvPr id="6" name="Content Placeholder 5" descr="A blue and black parts of a machine&#10;&#10;Description automatically generated with medium confidence">
            <a:extLst>
              <a:ext uri="{FF2B5EF4-FFF2-40B4-BE49-F238E27FC236}">
                <a16:creationId xmlns:a16="http://schemas.microsoft.com/office/drawing/2014/main" id="{3F6189B9-8663-E2BA-A8B3-633B1CAA7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4412" y="1842450"/>
            <a:ext cx="9000000" cy="42954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BEFF5-526C-548C-2B47-ADF99BB5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267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BE62A68-92FB-4DA6-B1D6-FA043544A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0A6DFCC-5864-48A7-8196-CBCF038BB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83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3CA880E-A155-41A2-B87D-21AC3CE33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AD179668-A46F-4D4C-8C75-2F3B4B578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0DB283C2-E19A-4A75-909F-450DB72DE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B674E08A-09B5-42AD-805C-43DAE1D0B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248B903F-D11E-41B4-A6F7-5ACF56D76B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68B65942-DED3-475B-B28D-839E15541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54C02C20-8E50-4D5F-9E89-7266186B1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057C79DE-C22B-4732-B921-1EEF64DAD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21E55FE5-F856-4E6D-A505-4A5AA92FC2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564ACC84-D8A2-43FB-AB43-D7A892AC8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33DE6074-A243-4841-8A21-41739E524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6AD73007-A6A4-498E-8AF9-C3F7D61DC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541BFD40-70B0-48BA-9216-9C67411F4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7DFC59A5-0E43-4308-8BFB-F505CFB549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852232F-7FE7-4B61-AC34-F29289DAC7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F2467A7F-F122-4464-A682-8C4DB1DA1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2178D569-0695-49D6-8261-1BF6E2E48F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1" name="Rectangle 21">
              <a:extLst>
                <a:ext uri="{FF2B5EF4-FFF2-40B4-BE49-F238E27FC236}">
                  <a16:creationId xmlns:a16="http://schemas.microsoft.com/office/drawing/2014/main" id="{E289FFF1-2E96-4F4A-94D2-D1FED6AE8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F0509D92-D47A-49BC-899A-0C2AB53BC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606E419B-186B-4DA7-95FA-F921A2D3FC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35DBBAC4-A0DC-44A6-A64F-3FF22BC30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45359546-A3CF-4560-869D-4C642B0F75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A9D2DDA1-3EE0-4B5E-8107-6000BCB2B4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6DA22C48-18EA-47BE-B75A-9594E025BE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411A5F9B-C5BD-4FE0-BEE1-5FA9B82FB3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AFFCFD60-FB34-408B-A2EA-311A1093D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72B9EBCA-3EF6-4296-80E0-CD849B27E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CC021197-0DB7-42B6-93BB-32252A937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5E82BF-6393-E74C-8CD7-88E08402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254035"/>
            <a:ext cx="2926190" cy="4002222"/>
          </a:xfrm>
        </p:spPr>
        <p:txBody>
          <a:bodyPr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Assembly plan</a:t>
            </a:r>
          </a:p>
        </p:txBody>
      </p:sp>
      <p:sp useBgFill="1">
        <p:nvSpPr>
          <p:cNvPr id="43" name="Round Diagonal Corner Rectangle 6">
            <a:extLst>
              <a:ext uri="{FF2B5EF4-FFF2-40B4-BE49-F238E27FC236}">
                <a16:creationId xmlns:a16="http://schemas.microsoft.com/office/drawing/2014/main" id="{7C30BDFE-E13B-4CD1-9371-FAEDFF80C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853439"/>
            <a:ext cx="6987476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CB867-95E2-C834-0CC4-5C636B67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847D4E2-EA7B-40EF-8062-D1FAF838F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79200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F1549F3B-53A1-4D15-8E8E-4297D91B8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841347B2-F767-433C-946A-1B19B4C40E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B34A4847-B6CA-4001-8EB1-33B3854A4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EF334B32-D0A0-45DE-99CB-37A3E56ECE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5D1098DF-5812-4A6F-A4B7-AFEBEDA98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2A72CC5D-2EA1-4ABD-B694-045401D7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47B8C57D-403F-4D5B-9724-24276E99B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4890E5D3-F793-4B6A-AA8F-1F6C03BD1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68A2FE4A-346D-4EA5-B377-EED451516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Rectangle 41">
              <a:extLst>
                <a:ext uri="{FF2B5EF4-FFF2-40B4-BE49-F238E27FC236}">
                  <a16:creationId xmlns:a16="http://schemas.microsoft.com/office/drawing/2014/main" id="{2F12D5D5-9BB1-4D89-B5B4-8F8353825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2439D20-9811-9C29-F2A4-B0C9203CC3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8679254"/>
              </p:ext>
            </p:extLst>
          </p:nvPr>
        </p:nvGraphicFramePr>
        <p:xfrm>
          <a:off x="4423954" y="1254035"/>
          <a:ext cx="6296297" cy="4002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41718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CC43B-9DAD-E7E6-C8A1-750300B6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anchor="b">
            <a:normAutofit/>
          </a:bodyPr>
          <a:lstStyle/>
          <a:p>
            <a:r>
              <a:rPr lang="hu-HU" sz="2800"/>
              <a:t>Changed differential</a:t>
            </a:r>
          </a:p>
        </p:txBody>
      </p:sp>
      <p:sp>
        <p:nvSpPr>
          <p:cNvPr id="13" name="Round Diagonal Corner Rectangle 11">
            <a:extLst>
              <a:ext uri="{FF2B5EF4-FFF2-40B4-BE49-F238E27FC236}">
                <a16:creationId xmlns:a16="http://schemas.microsoft.com/office/drawing/2014/main" id="{E4B7B3E3-827A-48BE-AD67-A57C45AA6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black metal object with a white base&#10;&#10;Description automatically generated">
            <a:extLst>
              <a:ext uri="{FF2B5EF4-FFF2-40B4-BE49-F238E27FC236}">
                <a16:creationId xmlns:a16="http://schemas.microsoft.com/office/drawing/2014/main" id="{AE6DD333-008E-ECE4-7604-C35AA1C0C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88" y="1966938"/>
            <a:ext cx="6112382" cy="2918662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C94AD1D-2411-3018-975B-D966BA936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040" y="2697768"/>
            <a:ext cx="3281004" cy="3541714"/>
          </a:xfrm>
        </p:spPr>
        <p:txBody>
          <a:bodyPr>
            <a:normAutofit/>
          </a:bodyPr>
          <a:lstStyle/>
          <a:p>
            <a:r>
              <a:rPr lang="hu-HU" sz="1800" dirty="0"/>
              <a:t>V2 design was not working</a:t>
            </a:r>
          </a:p>
          <a:p>
            <a:endParaRPr lang="hu-HU" sz="1800" dirty="0"/>
          </a:p>
          <a:p>
            <a:r>
              <a:rPr lang="hu-HU" sz="1800" dirty="0"/>
              <a:t>Easier construction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700A3-4E80-72A5-7E61-AA80B158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309360"/>
            <a:ext cx="77108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85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2D1A2-6D01-3760-5BD1-CFA79CBB6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Changed differential</a:t>
            </a:r>
          </a:p>
        </p:txBody>
      </p:sp>
      <p:pic>
        <p:nvPicPr>
          <p:cNvPr id="6" name="Content Placeholder 5" descr="A blue and black robot&#10;&#10;Description automatically generated">
            <a:extLst>
              <a:ext uri="{FF2B5EF4-FFF2-40B4-BE49-F238E27FC236}">
                <a16:creationId xmlns:a16="http://schemas.microsoft.com/office/drawing/2014/main" id="{F3A2725D-AC3E-7D78-BAF7-482622C71E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3035" y="1959274"/>
            <a:ext cx="7282753" cy="39240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2A51A-A0E1-F1AE-2632-B65C6F80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077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BE62A68-92FB-4DA6-B1D6-FA043544A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0A6DFCC-5864-48A7-8196-CBCF038BB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83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3CA880E-A155-41A2-B87D-21AC3CE33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AD179668-A46F-4D4C-8C75-2F3B4B578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0DB283C2-E19A-4A75-909F-450DB72DE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B674E08A-09B5-42AD-805C-43DAE1D0B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248B903F-D11E-41B4-A6F7-5ACF56D76B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68B65942-DED3-475B-B28D-839E15541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54C02C20-8E50-4D5F-9E89-7266186B1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057C79DE-C22B-4732-B921-1EEF64DAD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21E55FE5-F856-4E6D-A505-4A5AA92FC2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564ACC84-D8A2-43FB-AB43-D7A892AC8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33DE6074-A243-4841-8A21-41739E524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6AD73007-A6A4-498E-8AF9-C3F7D61DC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541BFD40-70B0-48BA-9216-9C67411F4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7DFC59A5-0E43-4308-8BFB-F505CFB549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852232F-7FE7-4B61-AC34-F29289DAC7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F2467A7F-F122-4464-A682-8C4DB1DA1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2178D569-0695-49D6-8261-1BF6E2E48F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1" name="Rectangle 21">
              <a:extLst>
                <a:ext uri="{FF2B5EF4-FFF2-40B4-BE49-F238E27FC236}">
                  <a16:creationId xmlns:a16="http://schemas.microsoft.com/office/drawing/2014/main" id="{E289FFF1-2E96-4F4A-94D2-D1FED6AE8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F0509D92-D47A-49BC-899A-0C2AB53BC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606E419B-186B-4DA7-95FA-F921A2D3FC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35DBBAC4-A0DC-44A6-A64F-3FF22BC30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45359546-A3CF-4560-869D-4C642B0F75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A9D2DDA1-3EE0-4B5E-8107-6000BCB2B4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6DA22C48-18EA-47BE-B75A-9594E025BE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411A5F9B-C5BD-4FE0-BEE1-5FA9B82FB3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AFFCFD60-FB34-408B-A2EA-311A1093D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72B9EBCA-3EF6-4296-80E0-CD849B27E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CC021197-0DB7-42B6-93BB-32252A937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9ABEF0C-CB02-71F4-9230-495872F8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254035"/>
            <a:ext cx="2926190" cy="4002222"/>
          </a:xfrm>
        </p:spPr>
        <p:txBody>
          <a:bodyPr>
            <a:normAutofit/>
          </a:bodyPr>
          <a:lstStyle/>
          <a:p>
            <a:r>
              <a:rPr lang="hu-HU" sz="2500">
                <a:solidFill>
                  <a:srgbClr val="FFFFFF"/>
                </a:solidFill>
              </a:rPr>
              <a:t>Budget plan approximation</a:t>
            </a:r>
          </a:p>
        </p:txBody>
      </p:sp>
      <p:sp useBgFill="1">
        <p:nvSpPr>
          <p:cNvPr id="43" name="Round Diagonal Corner Rectangle 6">
            <a:extLst>
              <a:ext uri="{FF2B5EF4-FFF2-40B4-BE49-F238E27FC236}">
                <a16:creationId xmlns:a16="http://schemas.microsoft.com/office/drawing/2014/main" id="{7C30BDFE-E13B-4CD1-9371-FAEDFF80C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853439"/>
            <a:ext cx="6987476" cy="4760505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bg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18E7B-5FD5-FCDB-A990-CADED6607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847D4E2-EA7B-40EF-8062-D1FAF838F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79200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bg2"/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F1549F3B-53A1-4D15-8E8E-4297D91B8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841347B2-F767-433C-946A-1B19B4C40E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B34A4847-B6CA-4001-8EB1-33B3854A4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EF334B32-D0A0-45DE-99CB-37A3E56ECE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5D1098DF-5812-4A6F-A4B7-AFEBEDA98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2A72CC5D-2EA1-4ABD-B694-045401D7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47B8C57D-403F-4D5B-9724-24276E99B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4890E5D3-F793-4B6A-AA8F-1F6C03BD1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68A2FE4A-346D-4EA5-B377-EED451516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Rectangle 41">
              <a:extLst>
                <a:ext uri="{FF2B5EF4-FFF2-40B4-BE49-F238E27FC236}">
                  <a16:creationId xmlns:a16="http://schemas.microsoft.com/office/drawing/2014/main" id="{2F12D5D5-9BB1-4D89-B5B4-8F8353825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E1D2166-4B4C-665F-8A79-200E382185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504313"/>
              </p:ext>
            </p:extLst>
          </p:nvPr>
        </p:nvGraphicFramePr>
        <p:xfrm>
          <a:off x="4423954" y="1624565"/>
          <a:ext cx="6296297" cy="32611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6796">
                  <a:extLst>
                    <a:ext uri="{9D8B030D-6E8A-4147-A177-3AD203B41FA5}">
                      <a16:colId xmlns:a16="http://schemas.microsoft.com/office/drawing/2014/main" val="2961258140"/>
                    </a:ext>
                  </a:extLst>
                </a:gridCol>
                <a:gridCol w="4749501">
                  <a:extLst>
                    <a:ext uri="{9D8B030D-6E8A-4147-A177-3AD203B41FA5}">
                      <a16:colId xmlns:a16="http://schemas.microsoft.com/office/drawing/2014/main" val="3412820618"/>
                    </a:ext>
                  </a:extLst>
                </a:gridCol>
              </a:tblGrid>
              <a:tr h="380594">
                <a:tc>
                  <a:txBody>
                    <a:bodyPr/>
                    <a:lstStyle/>
                    <a:p>
                      <a:pPr algn="l" fontAlgn="b"/>
                      <a:r>
                        <a:rPr lang="hu-HU" sz="2000" u="none" strike="noStrike">
                          <a:effectLst/>
                        </a:rPr>
                        <a:t>Budget plan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960" marR="16960" marT="169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2000" u="none" strike="noStrike">
                          <a:effectLst/>
                        </a:rPr>
                        <a:t> 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960" marR="16960" marT="16960" marB="0" anchor="b"/>
                </a:tc>
                <a:extLst>
                  <a:ext uri="{0D108BD9-81ED-4DB2-BD59-A6C34878D82A}">
                    <a16:rowId xmlns:a16="http://schemas.microsoft.com/office/drawing/2014/main" val="356479588"/>
                  </a:ext>
                </a:extLst>
              </a:tr>
              <a:tr h="380594">
                <a:tc>
                  <a:txBody>
                    <a:bodyPr/>
                    <a:lstStyle/>
                    <a:p>
                      <a:pPr algn="l" fontAlgn="b"/>
                      <a:r>
                        <a:rPr lang="hu-HU" sz="2000" u="none" strike="noStrike">
                          <a:effectLst/>
                        </a:rPr>
                        <a:t>Wheels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960" marR="16960" marT="169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2000" u="none" strike="noStrike">
                          <a:effectLst/>
                        </a:rPr>
                        <a:t>720HUF/wheel - 4320HUF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960" marR="16960" marT="16960" marB="0" anchor="b"/>
                </a:tc>
                <a:extLst>
                  <a:ext uri="{0D108BD9-81ED-4DB2-BD59-A6C34878D82A}">
                    <a16:rowId xmlns:a16="http://schemas.microsoft.com/office/drawing/2014/main" val="2865844517"/>
                  </a:ext>
                </a:extLst>
              </a:tr>
              <a:tr h="380594">
                <a:tc>
                  <a:txBody>
                    <a:bodyPr/>
                    <a:lstStyle/>
                    <a:p>
                      <a:pPr algn="l" fontAlgn="b"/>
                      <a:r>
                        <a:rPr lang="hu-HU" sz="2000" u="none" strike="noStrike">
                          <a:effectLst/>
                        </a:rPr>
                        <a:t>Screws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960" marR="16960" marT="169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2000" u="none" strike="noStrike">
                          <a:effectLst/>
                        </a:rPr>
                        <a:t>Around 10HUF/each - 170HUF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960" marR="16960" marT="16960" marB="0" anchor="b"/>
                </a:tc>
                <a:extLst>
                  <a:ext uri="{0D108BD9-81ED-4DB2-BD59-A6C34878D82A}">
                    <a16:rowId xmlns:a16="http://schemas.microsoft.com/office/drawing/2014/main" val="2937825519"/>
                  </a:ext>
                </a:extLst>
              </a:tr>
              <a:tr h="380594">
                <a:tc>
                  <a:txBody>
                    <a:bodyPr/>
                    <a:lstStyle/>
                    <a:p>
                      <a:pPr algn="l" fontAlgn="b"/>
                      <a:r>
                        <a:rPr lang="hu-HU" sz="2000" u="none" strike="noStrike">
                          <a:effectLst/>
                        </a:rPr>
                        <a:t>Nuts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960" marR="16960" marT="169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2000" u="none" strike="noStrike">
                          <a:effectLst/>
                        </a:rPr>
                        <a:t>Around 5HUF/each - 85HUF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960" marR="16960" marT="16960" marB="0" anchor="b"/>
                </a:tc>
                <a:extLst>
                  <a:ext uri="{0D108BD9-81ED-4DB2-BD59-A6C34878D82A}">
                    <a16:rowId xmlns:a16="http://schemas.microsoft.com/office/drawing/2014/main" val="3412867654"/>
                  </a:ext>
                </a:extLst>
              </a:tr>
              <a:tr h="380594">
                <a:tc>
                  <a:txBody>
                    <a:bodyPr/>
                    <a:lstStyle/>
                    <a:p>
                      <a:pPr algn="l" fontAlgn="b"/>
                      <a:r>
                        <a:rPr lang="hu-HU" sz="2000" u="none" strike="noStrike">
                          <a:effectLst/>
                        </a:rPr>
                        <a:t>Washers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960" marR="16960" marT="169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2000" u="none" strike="noStrike">
                          <a:effectLst/>
                        </a:rPr>
                        <a:t>Around 2.5HUF/each - 42.5HUF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960" marR="16960" marT="16960" marB="0" anchor="b"/>
                </a:tc>
                <a:extLst>
                  <a:ext uri="{0D108BD9-81ED-4DB2-BD59-A6C34878D82A}">
                    <a16:rowId xmlns:a16="http://schemas.microsoft.com/office/drawing/2014/main" val="3389005526"/>
                  </a:ext>
                </a:extLst>
              </a:tr>
              <a:tr h="679098">
                <a:tc>
                  <a:txBody>
                    <a:bodyPr/>
                    <a:lstStyle/>
                    <a:p>
                      <a:pPr algn="l" fontAlgn="b"/>
                      <a:r>
                        <a:rPr lang="hu-HU" sz="2000" u="none" strike="noStrike">
                          <a:effectLst/>
                        </a:rPr>
                        <a:t>PLA Filament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960" marR="16960" marT="169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2000" u="none" strike="noStrike">
                          <a:effectLst/>
                        </a:rPr>
                        <a:t>Approximately 400g around 4000-5000HUF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960" marR="16960" marT="16960" marB="0" anchor="b"/>
                </a:tc>
                <a:extLst>
                  <a:ext uri="{0D108BD9-81ED-4DB2-BD59-A6C34878D82A}">
                    <a16:rowId xmlns:a16="http://schemas.microsoft.com/office/drawing/2014/main" val="4157165641"/>
                  </a:ext>
                </a:extLst>
              </a:tr>
              <a:tr h="679098">
                <a:tc>
                  <a:txBody>
                    <a:bodyPr/>
                    <a:lstStyle/>
                    <a:p>
                      <a:pPr algn="l" fontAlgn="b"/>
                      <a:r>
                        <a:rPr lang="hu-HU" sz="2000" u="none" strike="noStrike">
                          <a:effectLst/>
                        </a:rPr>
                        <a:t>ALTOGETHER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960" marR="16960" marT="169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2000" u="none" strike="noStrike" dirty="0">
                          <a:effectLst/>
                        </a:rPr>
                        <a:t>Approximately 4617.5HUF</a:t>
                      </a:r>
                      <a:endParaRPr lang="hu-HU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960" marR="16960" marT="16960" marB="0" anchor="b"/>
                </a:tc>
                <a:extLst>
                  <a:ext uri="{0D108BD9-81ED-4DB2-BD59-A6C34878D82A}">
                    <a16:rowId xmlns:a16="http://schemas.microsoft.com/office/drawing/2014/main" val="872164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432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8" name="Rectangle 127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3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4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5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6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39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40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41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42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145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46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47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48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151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52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53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54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55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56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0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D5164-1C1A-B815-01E9-50468B45B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hu-HU">
                <a:solidFill>
                  <a:srgbClr val="FFFFFF"/>
                </a:solidFill>
              </a:rPr>
              <a:t>Thank you for your attention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4D1D4CDD-C3A1-6BDE-E6EA-70E8E3DE7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446" y="2413001"/>
            <a:ext cx="9048218" cy="303318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hu-HU" sz="2000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DE9C0-E86C-7679-BABA-21980ECB1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54575" y="6354522"/>
            <a:ext cx="77108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1288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884</TotalTime>
  <Words>276</Words>
  <Application>Microsoft Office PowerPoint</Application>
  <PresentationFormat>Widescreen</PresentationFormat>
  <Paragraphs>105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Narrow</vt:lpstr>
      <vt:lpstr>Arial</vt:lpstr>
      <vt:lpstr>Times New Roman</vt:lpstr>
      <vt:lpstr>Tw Cen MT</vt:lpstr>
      <vt:lpstr>Circuit</vt:lpstr>
      <vt:lpstr>Milestone 4</vt:lpstr>
      <vt:lpstr>Choosing a suspension to use</vt:lpstr>
      <vt:lpstr>Early ideas and design</vt:lpstr>
      <vt:lpstr>Improved design – more details added</vt:lpstr>
      <vt:lpstr>Final design</vt:lpstr>
      <vt:lpstr>Components used</vt:lpstr>
      <vt:lpstr>Assembly plan</vt:lpstr>
      <vt:lpstr>Changed differential</vt:lpstr>
      <vt:lpstr>Changed differential</vt:lpstr>
      <vt:lpstr>Budget plan approximation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Trubek Dániel</dc:creator>
  <cp:lastModifiedBy>Trubek Dániel</cp:lastModifiedBy>
  <cp:revision>8</cp:revision>
  <dcterms:created xsi:type="dcterms:W3CDTF">2025-01-23T14:06:09Z</dcterms:created>
  <dcterms:modified xsi:type="dcterms:W3CDTF">2025-01-24T10:55:09Z</dcterms:modified>
</cp:coreProperties>
</file>